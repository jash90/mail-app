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54864" cy="25603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App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poczty e-mail z AI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SDK 54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Zimny Bartłomiej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Postęp prac — 25 marca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9718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projektu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Ekrany (Expo Router)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UI (Tailwind + Skeletony)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Moduły funkcjonalne (gmail / ai / tts / stats / auth)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danych (SQLite + Drizzle ORM)  |  Stan (Zustand)  |  Lib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Gmail  |  Z.AI  |  Google People  |  HuggingFace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62763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A0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359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A0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30906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A0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3822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A0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~3 500+ linii kodu  •  10 tabel SQLite  •  6 faz rozwoju  •  30+ plików źródłowych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— Routing (Expo Router)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plików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Nawigacja zakładkowa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EEEEF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Skrzynka (list.tsx)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Nieskończone przewijanie, 50 wątków/stronę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EEEEF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Statystyki (stats.tsx)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Rankingi kontaktów, wykresy aktywności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EE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Ustawienia (settings.tsx)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kontem, modele AI, wylogowanie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Ekrany szczegółowe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7556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thread/[id].tsx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842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Widok wątku, WebView HTML, odpowiadanie 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37744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395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compose.tsx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6243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e-maili, autouzupełnianie kontaktów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0175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0358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login.tsx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2644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OAuth, tokeny, przekierowanie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365760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EEEEF5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6758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summary.tsx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39044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Podsumowania AI wątków e-mail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_layout.tsx — Sentry init, migracje DB, auth guard (Stack.Protected), providery (PostHog → React Query → Stack)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features/gmail/ — Integracja Gmail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plików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 →  api.ts (rate-limited fetch)  →  SQLite cache  →  React Query  →  UI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Moduły główne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 — HTTP klient z tokenami i rate limiterem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hooks.ts — useThreads, useSync, useMessages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916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threads.ts — Pobieranie i mapowanie wątków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16382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messages.ts — Parsowanie wiadomości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4107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send.ts — Wysyłanie (MIME encoding)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sync.ts — Sync pełny + inkrementalny (History API)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9044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labels.ts — Zarządzanie etykietami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1513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contacts.ts — Google People 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39826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modify.ts — Przeczytane/gwiazdki/archiwum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2377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batch.ts — Multipart batch request parsing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0" y="2596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encoding.ts — MIME encoded-word decoding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8163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mime.ts — Parsowanie nagłówków i body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30358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address.ts — Parsowanie adresów e-mail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474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cechy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3-poziomowy cache tokenów (RAM → SecureStore → refresh)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41788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(1s → 30s, 5 prób)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44256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staleTime wątków w React Query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features/auth/ — Uwierzytelnianie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Przepływ uwierzytelniania Google OAuth 2.0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6916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A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554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3320" y="16916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A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0" y="15544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554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6916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A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15544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554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16916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A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80960" y="15544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554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oauthService.ts — Główny moduł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getStoredTokens()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337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z SecureStore z parsowaniem 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isTokenExpired()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Sprawdzenie ważności z 60s buforem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refreshGmailTokens()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3886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Ciche odświeżanie przez GoogleSignin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storeTokens()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4160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do SecureStore (persistencja)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434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resetTokens()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4434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Czyszczenie przy wylogowaniu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283464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EEEEF5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gmail.modify, gmail.send, contacts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features/ai/ — System AI (Cloud + Local)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plików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39319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Provider — Z.AI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glm-4.7-flashx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1938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Temperatura: 0.7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300s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4323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e-maili i odpowiedzi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Podsumowania wątków (cache 24h w SQLite)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371600"/>
            <a:ext cx="393192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Local Provider — llama.rn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(~2.0 GB) — ogólny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1938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Bielik 4.5B (~2.9 GB) — polski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1854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 4B (~2.7 GB) — wielojęzyczny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24323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Pobieranie z HuggingFace (GGUF)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kontekstu per model, obsługa abort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 — Interfejs AI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summarizeEmail()  Podsumowania z cache 24h (SQLite)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generateEmail()  Tworzenie nowych e-maili (tylko cloud)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generateReply()  Generowanie odpowiedzi (cloud/local)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prefetchSummaries()  Tło — generowanie dla nieprzeczytanych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features/tts/ — Text-to-Speech (offline)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plików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odczytu e-maili głosem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Nieprzeczytane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wątki (≤20)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2024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A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40280" y="1554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(parallel)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9476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A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0" y="15544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języka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A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0" y="1554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1554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 ONNX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(VITS-Piper)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69480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A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0" y="15544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5544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Odtwarzacz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Pliki modułu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31546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TTSService.ts — Singleton, modele językowe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410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useEmailTTSQueue.ts — Hook kolejki odtwarzania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666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TTSPlayerBar.tsx — UI (play/pause/next/prev)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9227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PolishVoiceSelector.tsx — Wybór głosu PL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1788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models.ts — Konfiguracja modeli VITS-Piper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434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detectLang.ts — Detekcja języka (franc-min)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6517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Cechy wyróżniające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0" y="31546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Angielski — wbudowany model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3410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🇵🇱  Polski — dedykowany głos (Sherpa ONNX)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3666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100% offline — bez internetu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39227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Modele pobierane na żądanie (.tar.bz2)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0" y="41788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Kolejka do 20 wątków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4434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Automatyczna detekcja języka per wątek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features/stats/ — Statystyki e-mail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Szybkie statystyki (SQLite)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Natychmiastowe z lokalnej bazy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Stosunek wysłanych/odebranych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854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Liczba wiadomości i wątków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323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kontaktów (importance 1-5)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wymaga połączenia z internetem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371600"/>
            <a:ext cx="393192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Pełne statystyki (Gmail API)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fetch wszystkich wiadomości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1938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per wątek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1854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(faza, loaded/total)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4323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Czasy odpowiedzi per kontakt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2679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Purging starych wiadomości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wizualizacji (components/stats/)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StatCard.tsx — Pojedyncza wartość statystyki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41148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ContactRankingList.tsx — Top kontakty wg wolumenu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43525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ResponseTimeList.tsx — Średnie czasy odpowiedzi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3525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TimeChart.tsx — Aktywność wg godzin (Victory.js)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5902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ThreadLengthChart.tsx — Rozkład długości wątków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45902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ProgressOverlay.tsx — Overlay podczas pobierania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 — Baza danych (SQLite + Drizzle ORM)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69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0698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kolumn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Wątki e-mail + flagi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73152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69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0698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kolumn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298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Treść wiadomości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645920"/>
            <a:ext cx="73152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64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16642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kolumny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1892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Kontakty (email, name)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645920"/>
            <a:ext cx="73152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6642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threadParticipants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6642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kolumny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1892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Relacja wątek-kontakt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2402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240280"/>
            <a:ext cx="73152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258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messageRecipients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22585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kolumn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487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To/CC/BCC per wiadomość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24028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240280"/>
            <a:ext cx="73152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258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22585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kolumn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2487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Metadane załączników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283464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2852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threadLabels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28529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kolumny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3081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Etykiety wątków (M:N)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83464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283464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8529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28529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kolumn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081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etykiet Gmail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4290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3429000"/>
            <a:ext cx="73152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4472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summaryCache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86000" y="3447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kolumny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podsumowań AI (24h)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3429000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7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3429000"/>
            <a:ext cx="73152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0" y="34472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syncState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75120" y="3447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kolumn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0" y="3675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synchronizacji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0690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6213E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db/repositories/ — Warstwa dostępu do danych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3152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threads.ts — upsert, paginated, filter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47472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messages.ts — CRUD, filtrowanie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44348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labels.ts — zarządzanie etykietami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1520" y="46542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stats.ts — importance, agregaty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474720" y="46542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syncState.ts — stan synchronizacji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— Komponenty 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aplikacji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EmailComponent.tsx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listy wątków — dynamiczny rozmiar tekstu wg importance (1-5), badge NL/Auto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ThreadMessageItem.tsx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Pojedyncza wiadomość w wątku — WebView HTML z dynamiczną wysokością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StyledSafeAreaView.tsx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SafeArea z odpowiednim paddingiem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ListSkeleton.tsx — Shimmer placeholder listy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892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StatsSkeleton.tsx — Placeholder strony statystyk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1396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SkeletonRow.tsx — Uniwersalny wiersz shimmer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 — Zustand + SecureStore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store/ + lib/ — Stan i narzędzia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3886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authStore.ts — user, isAuthenticated — SecureStore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aiSettingsStore.ts — cloud/local provider, modelId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1056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polishVoiceStore.ts — Wybór głosu polskiego TTS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1056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rateLimiter.ts — Backoff 1s→30s, 5 prób, jitter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325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queryClient.ts — React Query (30s staleTime)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4325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analytics.ts — PostHog event tracking wrapper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544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sentry.ts — Sentry DSN, 20% trace, replays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4544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formatDate/threadTransform/chunk — Narzędzia pomocnicze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 • plugins/ • drizzle/ • types/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config/constants.ts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GMAIL_API — URL-e, batch URL, quota units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model glm-4.7-flashx, temp 0.7, timeout 300s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RATE_LIMIT — retries 5, base 1s, max 30s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325880"/>
            <a:ext cx="393192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types/index.ts — Interfejsy domenowe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EmailThread (15 pól) — wątek z uczestnikami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892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EmailMessage (12 pól) — pełna wiadomość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1396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ComposeEmailData — dane do wysyłania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3865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00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SyncState/SyncResult — stan synchronizacji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7180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00400"/>
            <a:ext cx="393192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drizzle/ — Migracje SQL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plików migracji (0000–0004)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Uruchamiane automatycznie przy starcie aplikacji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useMigrations() w _layout.tsx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7180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3200400"/>
            <a:ext cx="393192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plugins/ + scripts/ — Narzędzia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74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withMinDeploymentTarget — iOS 16.0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config — polyfille Buffer, import .sql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source maps, UniWind CSS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EEEF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19.1  •  React Native 0.81  •  Expo SDK 54  •  TypeScript  •  Tailwind 4.2 (UniWind)  •  New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postępu prac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Expo, typy, Google OAuth, Gmail API, Z.AI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 nawigacja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Zakładki, lista wątków, compose, detail 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1280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 statystyki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ORM, schemat 10 tabel, ranking kontaktów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6974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i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backoff, abstrakcja providera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269748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Sherpa ONNX, polski głos, detekcja języka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5080" y="26974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llama.rn, modele GGUF, LocalModelManager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Wszystkie 6 faz zrealizowanych — aplikacja gotowa funkcjonalnie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Zimny Bartłomiej  •  25 marca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 App — Postęp prac</dc:title>
  <dc:subject>Prezentacja postępu prac nad aplikacją Mail App</dc:subject>
  <dc:creator>Zimny Bartłomiej</dc:creator>
  <cp:lastModifiedBy>Zimny Bartłomiej</cp:lastModifiedBy>
  <cp:revision>1</cp:revision>
  <dcterms:created xsi:type="dcterms:W3CDTF">2026-03-25T21:40:27Z</dcterms:created>
  <dcterms:modified xsi:type="dcterms:W3CDTF">2026-03-25T21:40:27Z</dcterms:modified>
</cp:coreProperties>
</file>